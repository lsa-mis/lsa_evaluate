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0:30</a:t>
            </a:r>
          </a:p>
          <a:p/>
          <a:p>
            <a:r>
              <a:t>Welcome everyone. Introduce yourself and the session.</a:t>
            </a:r>
          </a:p>
          <a:p>
            <a:r>
              <a:t>One sentence: LSA Evaluate is the shared platform that runs a contest season end to end —</a:t>
            </a:r>
          </a:p>
          <a:p>
            <a:r>
              <a:t>from opening a call for work, to collecting submissions, to judging, to awards.</a:t>
            </a:r>
          </a:p>
          <a:p/>
          <a:p>
            <a:r>
              <a:t>Promise: by the end, everyone in the room — technical or not — will be able to explain</a:t>
            </a:r>
          </a:p>
          <a:p>
            <a:r>
              <a:t>what it does and how the pieces fit together.</a:t>
            </a:r>
          </a:p>
          <a:p/>
          <a:p>
            <a:r>
              <a:t>Mention: we will leave time for a short live demo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</a:t>
            </a:r>
          </a:p>
          <a:p/>
          <a:p>
            <a:r>
              <a:t>Set expectations. Mixed room — we will not assume Rails knowledge.</a:t>
            </a:r>
          </a:p>
          <a:p>
            <a:r>
              <a:t>Ask people to hold detailed “how do I configure X” questions for the end or office hours.</a:t>
            </a:r>
          </a:p>
          <a:p>
            <a:r>
              <a:t>Point to the live demo as the proof of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</a:t>
            </a:r>
          </a:p>
          <a:p/>
          <a:p>
            <a:r>
              <a:t>Paint the “before” picture without blaming anyone — this is normal for growing programs.</a:t>
            </a:r>
          </a:p>
          <a:p>
            <a:r>
              <a:t>Hopwood and MFA needed a supported, shared approach.</a:t>
            </a:r>
          </a:p>
          <a:p>
            <a:r>
              <a:t>The pain is operational (visibility, consistency, supportability), not just “we needed a website.”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</a:t>
            </a:r>
          </a:p>
          <a:p/>
          <a:p>
            <a:r>
              <a:t>One sentence definition: contest season manager — open call → collect work → judge → award.</a:t>
            </a:r>
          </a:p>
          <a:p>
            <a:r>
              <a:t>Emphasize “shared” and “enterprise for LSA,” not a one-off Hopwood site.</a:t>
            </a:r>
          </a:p>
          <a:p>
            <a:r>
              <a:t>U-M community for applicants; staff can involve non-U-M judges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</a:t>
            </a:r>
          </a:p>
          <a:p/>
          <a:p>
            <a:r>
              <a:t>Keep faces, not job codes. “Axis mundi” is our platform-admin role name — smile and move on.</a:t>
            </a:r>
          </a:p>
          <a:p>
            <a:r>
              <a:t>Key point: applicants are U-M; judges can be invited from outside when the program needs them.</a:t>
            </a:r>
          </a:p>
          <a:p>
            <a:r>
              <a:t>Permissions are scoped to a container so Hopwood staff do not administer another unit’s contests by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3:00 — most important conceptual slide</a:t>
            </a:r>
          </a:p>
          <a:p/>
          <a:p>
            <a:r>
              <a:t>Spend time here. This hierarchy is the mental model for everything else.</a:t>
            </a:r>
          </a:p>
          <a:p/>
          <a:p>
            <a:r>
              <a:t>1. Container = the program office’s home in the system (Hopwood, MFA, a future unit).</a:t>
            </a:r>
          </a:p>
          <a:p>
            <a:r>
              <a:t>2. Contest description = the named contest that repeats year after year.</a:t>
            </a:r>
          </a:p>
          <a:p>
            <a:r>
              <a:t>3. Contest instance = this season’s offering: open/close dates, eligibility, categories, entry limits.</a:t>
            </a:r>
          </a:p>
          <a:p>
            <a:r>
              <a:t>4. Inside an instance: entries (submissions), judging rounds (stages of review), awards (prizes).</a:t>
            </a:r>
          </a:p>
          <a:p/>
          <a:p>
            <a:r>
              <a:t>Analogy (use once, then stick to it): cabinet → drawer → this year’s folder → papers / review committees / ribbons.</a:t>
            </a:r>
          </a:p>
          <a:p/>
          <a:p>
            <a:r>
              <a:t>If someone only remembers one thing from this talk, it should be this nesting.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</a:t>
            </a:r>
          </a:p>
          <a:p/>
          <a:p>
            <a:r>
              <a:t>Walk left to right slowly. This is the “season” story.</a:t>
            </a:r>
          </a:p>
          <a:p>
            <a:r>
              <a:t>Do not dig into screens yet — the live demo will show the clicks.</a:t>
            </a:r>
          </a:p>
          <a:p>
            <a:r>
              <a:t>Emphasize that the platform supports the whole arc, not just intake or not just judging.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</a:t>
            </a:r>
          </a:p>
          <a:p/>
          <a:p>
            <a:r>
              <a:t>Applicant journey is intentionally simple: login → profile → eligible contests → submit → status.</a:t>
            </a:r>
          </a:p>
          <a:p>
            <a:r>
              <a:t>Mention application questions as flexible fields programs can require.</a:t>
            </a:r>
          </a:p>
          <a:p>
            <a:r>
              <a:t>Invite / capability URL covers MFA or other closed processes without making everything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</a:t>
            </a:r>
          </a:p>
          <a:p/>
          <a:p>
            <a:r>
              <a:t>This is the “operations cockpit.” Staff spend most of their time here before and during a season.</a:t>
            </a:r>
          </a:p>
          <a:p>
            <a:r>
              <a:t>Bulk tools matter for Hopwood-scale: many contests opening on similar calendars.</a:t>
            </a:r>
          </a:p>
          <a:p>
            <a:r>
              <a:t>Do not list every screen — demo will show the container and an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</a:t>
            </a:r>
          </a:p>
          <a:p/>
          <a:p>
            <a:r>
              <a:t>Judging is round-based so programs can do screening then final panels, etc.</a:t>
            </a:r>
          </a:p>
          <a:p>
            <a:r>
              <a:t>Ranking + comments + finalize is the judge’s job; advancing is a staff decision.</a:t>
            </a:r>
          </a:p>
          <a:p>
            <a:r>
              <a:t>External judges get access without needing to be Collection Admins.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</a:t>
            </a:r>
          </a:p>
          <a:p/>
          <a:p>
            <a:r>
              <a:t>Close the season story: decisions become recorded awards and exportable data.</a:t>
            </a:r>
          </a:p>
          <a:p>
            <a:r>
              <a:t>Primary vs add-on prizes covers main awards plus extras without a spreadsheet side channel.</a:t>
            </a:r>
          </a:p>
          <a:p>
            <a:r>
              <a:t>Exports are the bridge to existing university processes (disbursement, archives).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switch to browser for ~7 minutes</a:t>
            </a:r>
          </a:p>
          <a:p/>
          <a:p>
            <a:r>
              <a:t>Leave this slide up (or go full-screen on the app).</a:t>
            </a:r>
          </a:p>
          <a:p>
            <a:r>
              <a:t>Use docs/presentation/DEMO_SCRIPT.md as your click path.</a:t>
            </a:r>
          </a:p>
          <a:p>
            <a:r>
              <a:t>If a step fails (login, missing data), narrate with the fallback notes in the script —</a:t>
            </a:r>
          </a:p>
          <a:p>
            <a:r>
              <a:t>do not debug live for more than 30 seconds.</a:t>
            </a:r>
          </a:p>
          <a:p/>
          <a:p>
            <a:r>
              <a:t>After the demo, return to the next slide (What this unlocks for LSA).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</a:t>
            </a:r>
          </a:p>
          <a:p/>
          <a:p>
            <a:r>
              <a:t>Return from demo to the “why this matters for LSA” message.</a:t>
            </a:r>
          </a:p>
          <a:p>
            <a:r>
              <a:t>This is the leadership slide: supportability, reuse, ownership,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 — optional depth</a:t>
            </a:r>
          </a:p>
          <a:p/>
          <a:p>
            <a:r>
              <a:t>Skip or skim if the room is mostly non-technical.</a:t>
            </a:r>
          </a:p>
          <a:p>
            <a:r>
              <a:t>For tech peers: Rails 8, Solid Queue/Cache/Cable, SendGrid mail, SAML OmniAuth.</a:t>
            </a:r>
          </a:p>
          <a:p>
            <a:r>
              <a:t>Keep it to one minute; invite deeper conversation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remainder of the 30 minutes</a:t>
            </a:r>
          </a:p>
          <a:p/>
          <a:p>
            <a:r>
              <a:t>Restate the four takeaways slowly.</a:t>
            </a:r>
          </a:p>
          <a:p>
            <a:r>
              <a:t>Open the floor. Offer a focused follow-up for Hopwood/MFA operators if useful.</a:t>
            </a:r>
          </a:p>
          <a:p>
            <a:r>
              <a:t>Thank LSA Technology Services and the program partners who shaped the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9144000" cy="16459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LSA 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CB05"/>
                </a:solidFill>
                <a:latin typeface="Calibri"/>
              </a:rPr>
              <a:t>Submission and evaluation for contests and awards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University of Michigan  ·  LSA Technology Services
30-minute overview for mixed audiences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Goals for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By the end of this session you will be able to explain: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What problem LSA Evaluate solves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Who it serves — applicants, staff, and judges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How a contest season is organized in the system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How work moves from submission → review → award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Audience note: plain language first; light technical detail near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The problem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Contests often ran on email, forms, and spreadsheets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Eligibility, deadlines, and judge assignments lived in people’s heads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Hard to see at a glance: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What is open right now?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What has been submitted?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What has been reviewed?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Who won — and what was awarded?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Hard for LSA Technology Services to support many units the same way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Analogy: every office inventing its own filing system for the same kind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What LSA Evaluate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 shared web application for contest seasons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Applicants create a profile and submit work electronically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Program staff open contests, set rules, and manage the season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Judges review and rank entries across one or more rounds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Staff assign awards and notify people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Built first for Hopwood and MFA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Designed so other LSA units can run similar workflows on the same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Who uses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Applicant — U-M student submitting work (U-M login)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Collection Administrator / Manager — program staff who own the contest “home”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Judge — internal or external reviewers assigned to contests and rounds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Axis mundi — platform administrators (LSA Technology Services)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Login uses University of Michigan SAML (single sign-on)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Roles are assigned per program (container) so units control their own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How a program is organized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E8F0F8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Container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The program home — e.g. Hopwood Awards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solidFill>
            <a:srgbClr val="D0E4F5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Contest description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The contest type — e.g. Undergraduate Fiction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B8D4EC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Contest instance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This year's open window — dates, rules,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9FC4E3"/>
          </a:solidFill>
          <a:ln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Entries → Judging rounds → Awards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Submissions, review stages, and prizes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Analogy: filing cabinet → drawer → this year’s folder → papers, committees, prize ribbons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Staff work mostly at the container and instance level; applicants and judges meet the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6/15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Life of a contest season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45920"/>
            <a:ext cx="1097280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39" y="19202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CB05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8487" y="1645920"/>
            <a:ext cx="1097280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19202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CB0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5496" y="1645920"/>
            <a:ext cx="1097280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19202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CB05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2503" y="1645920"/>
            <a:ext cx="1097280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202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CB0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9512" y="1645920"/>
            <a:ext cx="1097280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202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CB05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645920"/>
            <a:ext cx="1097280" cy="10058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9202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CB0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53527" y="1645920"/>
            <a:ext cx="1097280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Prepare: questions, categories, awards, eligibility, judge pool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Open / Close: applicants submit within the window (public or invite-only)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Judge: one or more rounds; rank, comment, finalize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Advance: staff select entries for the next round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Award &amp; Notify: attach prizes, send notices, export for disbursement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Everything in today’s talk hangs off this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7/15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For applicants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Sign in with U-M credentials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Complete a profile (identity, class level, campus/school as needed)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Browse open contests they are eligible for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Submit a title, upload a file, and answer application questions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See status cues so they know where their submission stands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Private contests can use an invite link or invite list instead of a public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8/15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For program staff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Inside a container (program home), staff can manage: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Contest descriptions and yearly instances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Categories (genres / tracks)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Eligibility — class levels, dates, entry limits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Application questions — shared or contest-specific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Access — open link vs invite-only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Bulk tools for opening seasons and judging windows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Assign colleagues with Collection Administrator or Manager roles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Contact email and visibility settings keep the program discoverable and supportable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9/15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For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Assigned to a contest and to specific judging rounds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Review entries and rank them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Add comments (programs can set minimum word counts)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Finalize rankings when their review is complete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Staff select which entries advance to the next round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Email tools for instructions and “your round is done” notices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Judge dashboard keeps assigned work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10/15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Awards and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Define primary and add-on prizes in the container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Mark winners / finalists and attach awards (amounts, shortcodes)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Send award notices to recipients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Export what finance and program offices need: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Entries and round results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Awards roster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Disbursement lists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Container-level reports — e.g. active applicants, winners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11/15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What you will see (~7 minutes)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Applicant path — profile and a submission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Program home — container overview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This year’s contest — instance setup highlights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Judging — rank entries in a round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Awards — attach a prize and note exports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Follow along conceptually: login → submit → manage → judge → award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Detailed click path: see DEMO_SCRIPT.md in the presentation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What this unlocks for LSA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One supported platform instead of many one-off processes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Clear ownership per unit — containers and staff assignments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Repeatable yearly seasons without rebuilding the process each time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Room for more units beyond Hopwood and MFA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LSA Technology Services can enterprise and maintain the application for broader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13/15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Light technical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Modern web application (Ruby on Rails) with University of Michigan login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MySQL database; file uploads for entry manuscripts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Background jobs for email and notifications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Roles and permissions scoped by program (container)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Built to be reused across units — not a single-contest tool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Non-technical takeaway: secure, supported, and ready for LSA-wide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14/15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B5C"/>
                </a:solidFill>
                <a:latin typeface="Calibri"/>
              </a:rPr>
              <a:t>Takeaways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LSA Evaluate runs the full contest season in one place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Structure: program → contest → this year → entries → rounds → awards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Applicants, staff, and judges each have a clear path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Designed for Hopwood and MFA first — reusable across LSA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Questions?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Happy to walk through a specific screen or workflow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4A4A"/>
                </a:solidFill>
                <a:latin typeface="Calibri"/>
              </a:rPr>
              <a:t>LSA Evaluate  ·  15/15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4A4A"/>
                </a:solidFill>
                <a:latin typeface="Calibri"/>
              </a:rPr>
              <a:t>University of Michigan · LSA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